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3" r:id="rId7"/>
    <p:sldId id="264" r:id="rId8"/>
    <p:sldId id="265" r:id="rId9"/>
    <p:sldId id="262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98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14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2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47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4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41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88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53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27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F76DA0-33EE-479C-9762-E3EEE08C032F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09C14F7-DA6A-4E10-A133-89A92C0E4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5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48381-2ED4-80AB-E68D-4FA00953D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Flask Web</a:t>
            </a:r>
            <a:r>
              <a:rPr lang="ja-JP" altLang="en-US"/>
              <a:t>アプリ開発</a:t>
            </a:r>
            <a:br>
              <a:rPr lang="en-US" altLang="ja-JP"/>
            </a:br>
            <a:r>
              <a:rPr lang="zh-TW" altLang="en-US"/>
              <a:t>制作課題発表</a:t>
            </a:r>
            <a:endParaRPr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12808D-06B0-000C-637A-5D264CDF2F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altLang="ja-JP" sz="4800">
              <a:ea typeface="游ゴシック"/>
            </a:endParaRPr>
          </a:p>
          <a:p>
            <a:r>
              <a:rPr lang="ja-JP" altLang="en-US" sz="4800">
                <a:ea typeface="游ゴシック"/>
              </a:rPr>
              <a:t>氏名</a:t>
            </a:r>
            <a:r>
              <a:rPr kumimoji="1" lang="ja-JP" altLang="en-US" sz="4800">
                <a:ea typeface="游ゴシック"/>
              </a:rPr>
              <a:t>：大江由眞</a:t>
            </a:r>
            <a:endParaRPr kumimoji="1"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259715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D02A4D-1D7F-C27F-5E43-C1EFF9B1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</a:t>
            </a:r>
            <a:r>
              <a:rPr kumimoji="1" lang="ja-JP" altLang="en-US" dirty="0"/>
              <a:t>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37A257-6D94-6EE0-7CD4-AC840A682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2400" dirty="0">
                <a:latin typeface="+mn-ea"/>
              </a:rPr>
              <a:t>機能の概要</a:t>
            </a:r>
            <a:r>
              <a:rPr kumimoji="1" lang="ja-JP" altLang="en-US" sz="2400" dirty="0">
                <a:latin typeface="+mn-ea"/>
              </a:rPr>
              <a:t>：</a:t>
            </a:r>
            <a:endParaRPr kumimoji="1" lang="en-US" altLang="ja-JP" sz="2400" dirty="0">
              <a:latin typeface="+mn-ea"/>
            </a:endParaRPr>
          </a:p>
          <a:p>
            <a:pPr lvl="2"/>
            <a:r>
              <a:rPr lang="ja-JP" altLang="en-US" sz="2400" dirty="0">
                <a:latin typeface="+mn-ea"/>
              </a:rPr>
              <a:t>画像内の一般的な魚の検出</a:t>
            </a:r>
            <a:r>
              <a:rPr lang="en-US" altLang="ja-JP" sz="2400" dirty="0">
                <a:latin typeface="+mn-ea"/>
              </a:rPr>
              <a:t>(</a:t>
            </a:r>
            <a:r>
              <a:rPr lang="ja-JP" altLang="en-US" sz="2400" dirty="0">
                <a:latin typeface="+mn-ea"/>
              </a:rPr>
              <a:t>マグロ、鮭、イカ、タコ、サンマ など</a:t>
            </a:r>
            <a:r>
              <a:rPr lang="en-US" altLang="ja-JP" sz="2400" dirty="0">
                <a:latin typeface="+mn-ea"/>
              </a:rPr>
              <a:t>..)</a:t>
            </a:r>
          </a:p>
          <a:p>
            <a:r>
              <a:rPr lang="ja-JP" altLang="en-US" sz="2400" dirty="0">
                <a:latin typeface="+mn-ea"/>
              </a:rPr>
              <a:t>ログインしなければ使えない機能：</a:t>
            </a:r>
            <a:endParaRPr lang="en-US" altLang="ja-JP" sz="2400" dirty="0">
              <a:latin typeface="+mn-ea"/>
            </a:endParaRPr>
          </a:p>
          <a:p>
            <a:pPr lvl="2"/>
            <a:r>
              <a:rPr lang="ja-JP" altLang="en-US" sz="2400" dirty="0">
                <a:latin typeface="+mn-ea"/>
              </a:rPr>
              <a:t>画像の分析</a:t>
            </a:r>
            <a:endParaRPr lang="en-US" altLang="ja-JP" sz="2400" dirty="0">
              <a:latin typeface="+mn-ea"/>
            </a:endParaRPr>
          </a:p>
          <a:p>
            <a:r>
              <a:rPr lang="ja-JP" altLang="en-US" sz="2400" dirty="0">
                <a:latin typeface="+mn-ea"/>
              </a:rPr>
              <a:t>入力データ</a:t>
            </a:r>
            <a:r>
              <a:rPr kumimoji="1" lang="ja-JP" altLang="en-US" sz="2400" dirty="0">
                <a:latin typeface="+mn-ea"/>
              </a:rPr>
              <a:t>：</a:t>
            </a:r>
            <a:endParaRPr kumimoji="1" lang="en-US" altLang="ja-JP" sz="2400" dirty="0">
              <a:latin typeface="+mn-ea"/>
            </a:endParaRPr>
          </a:p>
          <a:p>
            <a:pPr lvl="2"/>
            <a:r>
              <a:rPr kumimoji="1" lang="ja-JP" altLang="en-US" sz="2400" dirty="0">
                <a:latin typeface="+mn-ea"/>
              </a:rPr>
              <a:t>画像</a:t>
            </a:r>
            <a:endParaRPr kumimoji="1" lang="en-US" altLang="ja-JP" sz="2400" dirty="0">
              <a:latin typeface="+mn-ea"/>
            </a:endParaRPr>
          </a:p>
          <a:p>
            <a:r>
              <a:rPr lang="ja-JP" altLang="en-US" sz="2400" dirty="0">
                <a:latin typeface="+mn-ea"/>
              </a:rPr>
              <a:t>出力データ</a:t>
            </a:r>
            <a:r>
              <a:rPr kumimoji="1" lang="ja-JP" altLang="en-US" sz="2400" dirty="0">
                <a:latin typeface="+mn-ea"/>
              </a:rPr>
              <a:t>：</a:t>
            </a:r>
            <a:endParaRPr kumimoji="1" lang="en-US" altLang="ja-JP" sz="2400" dirty="0">
              <a:latin typeface="+mn-ea"/>
            </a:endParaRPr>
          </a:p>
          <a:p>
            <a:pPr lvl="2"/>
            <a:r>
              <a:rPr kumimoji="1" lang="ja-JP" altLang="en-US" sz="2400" dirty="0">
                <a:latin typeface="+mn-ea"/>
              </a:rPr>
              <a:t>検出されたラベル</a:t>
            </a:r>
            <a:endParaRPr kumimoji="1" lang="en-US" altLang="ja-JP" sz="2400" dirty="0">
              <a:latin typeface="+mn-ea"/>
            </a:endParaRP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749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99A8E-984E-EBDD-2516-2FE7E18F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画面の</a:t>
            </a:r>
            <a:r>
              <a:rPr lang="ja-JP" altLang="en-US" dirty="0"/>
              <a:t>全体像</a:t>
            </a:r>
            <a:endParaRPr kumimoji="1" lang="ja-JP" altLang="en-US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2EBE135-EF21-9935-D94B-55DA9B295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375" y="1825625"/>
            <a:ext cx="8170821" cy="4351338"/>
          </a:xfrm>
        </p:spPr>
      </p:pic>
    </p:spTree>
    <p:extLst>
      <p:ext uri="{BB962C8B-B14F-4D97-AF65-F5344CB8AC3E}">
        <p14:creationId xmlns:p14="http://schemas.microsoft.com/office/powerpoint/2010/main" val="52300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A9DB-718C-7174-CD27-71A0F834E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9AA21F-A231-186D-43A8-5E3AE954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入力データ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673879DD-73E2-EB76-1F0C-C4F6DF3D6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8058" y="1818010"/>
            <a:ext cx="5301071" cy="4351338"/>
          </a:xfrm>
        </p:spPr>
      </p:pic>
    </p:spTree>
    <p:extLst>
      <p:ext uri="{BB962C8B-B14F-4D97-AF65-F5344CB8AC3E}">
        <p14:creationId xmlns:p14="http://schemas.microsoft.com/office/powerpoint/2010/main" val="400411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D31C3-969D-3E61-E044-A67C2071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9FCC4-2F46-ECC1-E93F-1C27B84F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出力データ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E5A53D5-B2F3-4A5C-07FC-DA820FFF3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74" y="1898248"/>
            <a:ext cx="3858163" cy="4061224"/>
          </a:xfr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6F12C90-DA7B-59B5-FF41-6C684F50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4" y="1898248"/>
            <a:ext cx="3858163" cy="397867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FB41FB5-F425-FCF5-0D61-CE3596D7D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326" y="1898248"/>
            <a:ext cx="3252253" cy="441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7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6584-0F3E-0E8B-119C-B81B3D5E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812E1-FDC8-9435-5867-2B12B5FA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追加機能について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B4F2C-445D-6269-0763-72FBCD23A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ja-JP" altLang="en-US" sz="2800" dirty="0">
                <a:latin typeface="+mn-ea"/>
              </a:rPr>
              <a:t>新たに追加した機能：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kumimoji="1" lang="en-US" altLang="ja-JP" sz="2800" dirty="0">
                <a:latin typeface="+mn-ea"/>
              </a:rPr>
              <a:t>AWS </a:t>
            </a:r>
            <a:r>
              <a:rPr kumimoji="1" lang="en-US" altLang="ja-JP" sz="2800">
                <a:latin typeface="+mn-ea"/>
              </a:rPr>
              <a:t>Rekognition</a:t>
            </a:r>
            <a:r>
              <a:rPr kumimoji="1" lang="ja-JP" altLang="en-US" sz="2800" dirty="0">
                <a:latin typeface="+mn-ea"/>
              </a:rPr>
              <a:t>を使用した物体検知</a:t>
            </a:r>
            <a:endParaRPr kumimoji="1" lang="en-US" altLang="ja-JP" sz="2800" dirty="0">
              <a:latin typeface="+mn-ea"/>
            </a:endParaRPr>
          </a:p>
          <a:p>
            <a:pPr lvl="1"/>
            <a:endParaRPr kumimoji="1" lang="en-US" altLang="ja-JP" sz="2800" dirty="0">
              <a:latin typeface="+mn-ea"/>
            </a:endParaRPr>
          </a:p>
          <a:p>
            <a:r>
              <a:rPr kumimoji="1" lang="ja-JP" altLang="en-US" sz="2800" dirty="0">
                <a:latin typeface="+mn-ea"/>
              </a:rPr>
              <a:t>工夫したポイント：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kumimoji="1" lang="ja-JP" altLang="en-US" sz="2800" dirty="0">
                <a:latin typeface="+mn-ea"/>
              </a:rPr>
              <a:t>カスタムラベルを使用し、自分で設定したものを検知できるようにした</a:t>
            </a:r>
            <a:endParaRPr kumimoji="1" lang="en-US" altLang="ja-JP" sz="2800" dirty="0">
              <a:latin typeface="+mn-ea"/>
            </a:endParaRPr>
          </a:p>
          <a:p>
            <a:pPr lvl="1"/>
            <a:endParaRPr kumimoji="1" lang="ja-JP" altLang="en-US" sz="2800" dirty="0">
              <a:latin typeface="+mn-ea"/>
            </a:endParaRPr>
          </a:p>
          <a:p>
            <a:r>
              <a:rPr kumimoji="1" lang="ja-JP" altLang="en-US" sz="2800" dirty="0">
                <a:latin typeface="+mn-ea"/>
              </a:rPr>
              <a:t>苦労したポイント：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kumimoji="1" lang="ja-JP" altLang="en-US" sz="2800" dirty="0">
                <a:latin typeface="+mn-ea"/>
              </a:rPr>
              <a:t>画像のラベル付けにかなり時間がかかった。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lang="ja-JP" altLang="en-US" sz="2800" dirty="0">
                <a:latin typeface="+mn-ea"/>
              </a:rPr>
              <a:t>モデルの起動に時間がかかり、動作確認するのが大変だった。</a:t>
            </a:r>
            <a:endParaRPr kumimoji="1" lang="en-US" altLang="ja-JP" sz="2800" dirty="0">
              <a:latin typeface="+mn-ea"/>
            </a:endParaRP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1993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EF535-67C5-79BA-318C-568229F4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開発時の状況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59D9A1-BD3D-FD5E-A5A7-80CB9800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>
                <a:latin typeface="+mn-ea"/>
              </a:rPr>
              <a:t>開発中で一番大変だったこと：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lang="ja-JP" altLang="en-US" sz="2800" dirty="0">
                <a:latin typeface="+mn-ea"/>
              </a:rPr>
              <a:t>トレーニングのやり方がわからなかった。</a:t>
            </a:r>
            <a:endParaRPr lang="en-US" altLang="ja-JP" sz="2800" dirty="0">
              <a:latin typeface="+mn-ea"/>
            </a:endParaRPr>
          </a:p>
          <a:p>
            <a:pPr lvl="1"/>
            <a:endParaRPr kumimoji="1" lang="en-US" altLang="ja-JP" sz="2800" dirty="0">
              <a:latin typeface="+mn-ea"/>
            </a:endParaRPr>
          </a:p>
          <a:p>
            <a:r>
              <a:rPr kumimoji="1" lang="ja-JP" altLang="en-US" sz="2800" dirty="0">
                <a:latin typeface="+mn-ea"/>
              </a:rPr>
              <a:t>その課題をどうやって解決したのか？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kumimoji="1" lang="ja-JP" altLang="en-US" sz="2800" dirty="0">
                <a:latin typeface="+mn-ea"/>
              </a:rPr>
              <a:t>ネットの記事を参考にした。</a:t>
            </a:r>
            <a:endParaRPr kumimoji="1" lang="en-US" altLang="ja-JP" sz="2800" dirty="0">
              <a:latin typeface="+mn-ea"/>
            </a:endParaRPr>
          </a:p>
          <a:p>
            <a:pPr lvl="1"/>
            <a:endParaRPr kumimoji="1" lang="en-US" altLang="ja-JP" sz="2800" dirty="0">
              <a:latin typeface="+mn-ea"/>
            </a:endParaRPr>
          </a:p>
          <a:p>
            <a:r>
              <a:rPr lang="ja-JP" altLang="en-US" sz="2800" dirty="0">
                <a:latin typeface="+mn-ea"/>
              </a:rPr>
              <a:t>その他、開発中で印象に残ったこと</a:t>
            </a:r>
            <a:r>
              <a:rPr kumimoji="1" lang="ja-JP" altLang="en-US" sz="2800" dirty="0">
                <a:latin typeface="+mn-ea"/>
              </a:rPr>
              <a:t>：</a:t>
            </a:r>
            <a:endParaRPr kumimoji="1" lang="en-US" altLang="ja-JP" sz="2800" dirty="0">
              <a:latin typeface="+mn-ea"/>
            </a:endParaRPr>
          </a:p>
          <a:p>
            <a:pPr lvl="1"/>
            <a:r>
              <a:rPr kumimoji="1" lang="ja-JP" altLang="en-US" sz="2400" dirty="0"/>
              <a:t>モデルの作成に時間がかかり、そのほかの部分が作りこめなかった</a:t>
            </a:r>
            <a:r>
              <a:rPr kumimoji="1" lang="en-US" altLang="ja-JP" sz="2400" dirty="0"/>
              <a:t>…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427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BF8D6A-11C0-D914-E845-01E9530B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CBBE6B-A725-0335-40EE-850E21411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最後にクラスメートにひとこと：</a:t>
            </a:r>
            <a:endParaRPr kumimoji="1" lang="en-US" altLang="ja-JP" sz="3200" dirty="0"/>
          </a:p>
          <a:p>
            <a:pPr lvl="1"/>
            <a:endParaRPr kumimoji="1" lang="en-US" altLang="ja-JP" sz="3200" dirty="0"/>
          </a:p>
          <a:p>
            <a:pPr lvl="1"/>
            <a:r>
              <a:rPr kumimoji="1" lang="en-US" altLang="ja-JP" sz="3200" dirty="0"/>
              <a:t>AWS</a:t>
            </a:r>
            <a:r>
              <a:rPr kumimoji="1" lang="ja-JP" altLang="en-US" sz="3200" dirty="0"/>
              <a:t>便利なのでぜひ使ってみてください。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90412916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B2F124F2BF53C4FBAE98893AAB88401" ma:contentTypeVersion="3" ma:contentTypeDescription="新しいドキュメントを作成します。" ma:contentTypeScope="" ma:versionID="34c2e1538487710c79800f437a2b2834">
  <xsd:schema xmlns:xsd="http://www.w3.org/2001/XMLSchema" xmlns:xs="http://www.w3.org/2001/XMLSchema" xmlns:p="http://schemas.microsoft.com/office/2006/metadata/properties" xmlns:ns2="d39827be-c99b-4bb1-959b-a4b46aebce25" targetNamespace="http://schemas.microsoft.com/office/2006/metadata/properties" ma:root="true" ma:fieldsID="89759195898cc1200f86b782e568715d" ns2:_="">
    <xsd:import namespace="d39827be-c99b-4bb1-959b-a4b46aebc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827be-c99b-4bb1-959b-a4b46aebc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462305-2344-40B6-AE47-AFC489F5E7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E8153A-F72C-4CD2-A197-6D4056ED5DE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38D16A2-6510-4FE5-824A-8609F2085588}">
  <ds:schemaRefs>
    <ds:schemaRef ds:uri="d39827be-c99b-4bb1-959b-a4b46aebce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437</TotalTime>
  <Words>205</Words>
  <Application>Microsoft Office PowerPoint</Application>
  <PresentationFormat>ワイド画面</PresentationFormat>
  <Paragraphs>38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Calibri</vt:lpstr>
      <vt:lpstr>Calibri Light</vt:lpstr>
      <vt:lpstr>レトロスペクト</vt:lpstr>
      <vt:lpstr>Flask Webアプリ開発 制作課題発表</vt:lpstr>
      <vt:lpstr>成果物の概要</vt:lpstr>
      <vt:lpstr>画面の全体像</vt:lpstr>
      <vt:lpstr>入力データ</vt:lpstr>
      <vt:lpstr>出力データ</vt:lpstr>
      <vt:lpstr>追加機能について</vt:lpstr>
      <vt:lpstr>開発時の状況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裕行 田中</dc:creator>
  <cp:lastModifiedBy>大江　由眞</cp:lastModifiedBy>
  <cp:revision>12</cp:revision>
  <dcterms:created xsi:type="dcterms:W3CDTF">2025-06-03T07:57:54Z</dcterms:created>
  <dcterms:modified xsi:type="dcterms:W3CDTF">2025-07-23T01:33:55Z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0x0101007B2F124F2BF53C4FBAE98893AAB88401</vt:lpwstr>
  </property>
</Properties>
</file>